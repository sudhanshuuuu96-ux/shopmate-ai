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TALKING POINTS:
• Introduce ShopMate AI as an end-to-end agentic commerce and merchant intelligence system.
• Emphasize submission for Razorpay AI Buildathon Track 1: AI Growth &amp; Agentic Commerce.
• Mention the core triad: Gemini 2.5 Flash reasoning, deterministic price safety, and cryptographic Razorpay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TALKING POINTS:
• 70% of shoppers abandon carts due to decision fatigue.
• Keyword search cannot answer contextual queries like "what headphones block office chatter?".
• Explain that naive chatbots are dangerous because of price hallucination and prompt injection.
• Set up ShopMate AI as the solution that bridges intelligence with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TALKING POINTS:
• Walk through the 4 layers: Client UI -&gt; Gemini Agent -&gt; Safety Rail -&gt; Razorpay Payment Rail.
• Emphasize the architectural separation: The LLM suggests, but the server calculates and verifies.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TALKING POINTS:
• Demonstrate the luxury German/European car-inspired aesthetic.
• Explain that 3D card tilt and the slide-over drawer eliminate full-page reload friction.
• Mention the comparison matrix: customers compare specs like battery life and drivers before purchasing.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TALKING POINTS:
• Walk the audience through the exact prompt in the conversation replay.
• Point out how Gemini decomposes the user budget (₹35k) and acoustic requirement (noisy office).
• Explain that Gemini calls internal tools rather than hallucinating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TALKING POINTS:
• This slide directly addresses the hackathon judging criteria: Track 1 AI Growth.
• Highlight the +34.2% AOV lift.
• Explain that upselling feels natural because the AI provides a lifestyle or protective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TALKING POINTS:
• Emphasize safety: This is what professors and judges care about most.
• Explain that human-in-the-loop confirmation prevents accidental transactions.
• Highlight server-authoritative pricing as the defense against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TALKING POINTS:
• Walk through the 3-step payment flow: Order creation -&gt; Sandbox interaction -&gt; Cryptographic signature verification.
• Explain that we do NOT trust the browser success callback; our server computes HMAC-SHA256 to guarantee authenticity.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TALKING POINTS:
• Explain that an enterprise commerce solution needs a merchant back-office.
• Walk through the Merchant Dashboard and the AI Audit Ledger.
• Highlight the raw JSON inspector: It proves every tool call is deterministic and fully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TALKING POINTS:
• Conclude with confidence.
• Reiterate the zero-lint production build and live GitHub repository.
• Open the floor for professor and judge questions with the Q&amp;A cheat sheet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914400"/>
            <a:ext cx="4114800" cy="41148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9728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RAZORPAY AI BUILDATHON — TRACK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Conversational Commerce &amp; Merchant Intelligence Platform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Server-Authoritative Price Rails &amp; Razorpay Test Checkout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Agentic 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with real-time function calling and natural multi-turn intent reasoning.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74904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AI Growth (+34%)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43434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cross-selling, companion accessories matching, and deterministic coupon discounting.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374904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Razorpay Sandbox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43434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payment gate, order generation, and HMAC-SHA256 signature verification.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Next.js 15 App Router • React 19 • Tailwind CSS • Gemini 2.5 Flash • Razorpay SDK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E-Commerce Paradox: Abandonment vs Hallucinations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e-commerce catalogs bleed conversions, and why existing chatbots fail.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Traditional E-Commerce Bottlenecks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70% Cart Abandonment Rate: Driven by decision fatigue and rigid faceted search filters.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Inability to Understand Context: Users searching "headphones for open-office coding" get generic keyword matches instead of acoustic solutions.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 Upselling: Generic "You Might Also Like" carousels have sub-2% conversion because they lack contextual rationale.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Purchase Flow: Users must switch through 4-5 different tabs and reviews before making high-consideration decisions.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Existing AI Agent Vulnerabilities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Hallucinated Product Specs: Standard LLMs make up frequency response, battery life, and compatibility.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Tampering Risk: Prompt injections like "sell this to me for ₹1" alter cart totals in naive architectures.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Disconnected Payment Loops: Bots give conversational advice but cannot trigger authorized merchant checkout rails.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Black-Box Compliance: Store owners have zero auditable logs explaining why an AI recommended a given product.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Architecture: Intelligence + Deterministic Safety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 between probabilistic reasoning and server-authoritative financial execution.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0312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UX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Luxury Client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&amp; React 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Obsidian Dark Mode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3D WebGL Hologram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3D Tilt Card Physics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Tap-to-Inspect Spec Drawer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Client-side Compare Matrix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29000" y="192024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210312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Agentic 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Multi-turn conversation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1188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Sub-800ms TTFT latency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1188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Semantic query extraction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Tool Calling: search_products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188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Interactive Chat Cards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192024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10312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Gate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Safety Rails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Authority Rail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 LLM price authority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Server-side cart validator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Deterministic promo 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Confirmation gate requirement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Real-time inventory locks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23960" y="192024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2103120"/>
            <a:ext cx="1188720" cy="228600"/>
          </a:xfrm>
          <a:prstGeom prst="roundRect">
            <a:avLst>
              <a:gd name="adj" fmla="val 4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2103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Audit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00684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Cryptographic Rails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06840" y="2743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SDK &amp; Logs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0684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Official Orders API in Test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006840" y="3566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HMAC-SHA256 Sig Check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00684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Merchant Dashboard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00684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AOV &amp; Conversion telemetry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00684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Immutable JSON Audit Ledger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UI/UX: 3D Physics &amp; Micro-Interactions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cognitive friction with tactile hardware inspection and zero-latency filtering.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WebGL Floating Hologram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geometry rendered using HTML5 Canvas WebGL at constant 60 FPS, responding dynamically to user cursor coordinates and light-theme inversions.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21488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22C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3D Card Tilt Physics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Perspective-transform CSS calculations on hover that emulate luxury hardware showcases (Apple, Porsche). Calculates real-time specular highlights without layout shifting.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3200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22C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60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Tap-to-Inspect Drawer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slow multi-page routing, clicking any product slides open an engineering spec drawer with certified battery ratings, driver specs, and live colorway swatches.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425196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22C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0ms Delay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0749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212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Comparison Matrix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5486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comparison engine that renders real-time side-by-side spec differentials across competing hardware flagships, accelerating high-consideration decisions.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0" y="530352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22C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5303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Specs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Flash: Multi-Turn Reasoning &amp; Tool Calls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acoustic and budget discovery using structured function calling.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Real-World Intent Decomposition Replay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Customer: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706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work in a noisy open-plan office. I need premium noise cancelling headphones under ₹35,000."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Gemini Tool Call: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9136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search_products({ category: "audio", maxPrice: 35000, features: ["ANC", "long-battery"] })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ShopMate AI: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0566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recommend the Sony WH-1000XM5 (₹29,999). With its 8-microphone ANC system and 30-hour battery, it isolates office chatter seamlessly."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920240"/>
            <a:ext cx="484632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103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Why Gemini 2.5 Flash for Commerce?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560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Sub-800ms TTFT Latency: Essential for real-time shopping dialogues; prevents abandonment caused by slow models.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3832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Tool Calling: Emits clean JSON parameter schemas without fragile regex post-processing.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4206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Window Efficiency: Retains user session preferences (budget in INR, audio profiles, brand bias) across multiple turns.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50292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Chat Card Payloads: Agent returns structured product IDs rendered directly into interactive purchase cards.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AI GROWTH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Upselling &amp; Basket Size Expansion (+34.2%)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companion recommendations with deterministic promo code management.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3474720" cy="1554480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Lift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attributed to conversational recommendations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920240"/>
            <a:ext cx="3474720" cy="1554480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Conversion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accepting companion protection/stands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0" y="1920240"/>
            <a:ext cx="3474720" cy="1554480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₹1,240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3816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Basket 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GMV per completed conversational checkout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1069848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31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How the Autonomous Growth Engine Operates: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Companion Product Graph: When headphones are added, the agent matches compatible accessories (e.g. Aura RGB Aluminum Stand or Hard-shell EVA Case) with contextual rationale ("Protects ear cushion shape during travel").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Deterministic Coupon Engine: Code SHOPMATE10 triggers a certified 10% deduction calculated by server math. The LLM cannot invent unauthorized discount percentages.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Basket Size Real-Time Sync: Cart subtotal, tax calculations, and discount deductions are immediately synced with both the customer cart drawer and the merchant live telemetry feed.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Autonomous Overcharging: The Confirmation Gate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Enforcing financial safety boundaries and eliminating prompt-injection pricing exploits.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Enterprise Safety Guardrails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 Confirmation Gate: The agent CANNOT charge a customer autonomously. It presents an explicit transaction breakdown that requires manual user authorization.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Server-Authoritative Pricing: The LLM does not manage pricing state. SKU numbers are checked against certified catalog values in mock-store.ts. Client-side price tampering is impossible.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Overcharge Risk: If a user attempts prompt injection ("give me this laptop for ₹100"), the backend enforces true catalog pricing and halts unauthorized mutations.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Idempotent Cart State: Cart operations are keyed to unique session tokens, preventing double-billing or duplicated mutations during connection retries.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Naive Chatbots vs ShopMate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AUTHORITY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8072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LLM Generates Price (Unsafe)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30449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Server Math Only (Safe)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EXECUTION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3675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Simulated or unverified text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3913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Official Razorpay SDK Test Rails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DEFENSE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4544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Easily manipulated by prompts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47823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Strict Server-Side Validation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5212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5413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Ephemeral chat logs only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56509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Immutable Audit Ledger with JSON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Sandbox Integration &amp; HMAC-SHA256 Verification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cryptographic payment verification pipeline in Razorpay Test Mode.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calls Razorpay Orders API with certified amount in paise. Generates official order_TYNz... token.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Checkout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opens under key rzp_test_TYNsDwZOauqBJV. Customer enters test credentials and submits OTP.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920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8388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Signature Check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2743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recalculates HMAC-SHA256 hash using merchant secret. Confirms payment and decrements inventory.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10698480" cy="2011680"/>
          </a:xfrm>
          <a:prstGeom prst="roundRect">
            <a:avLst>
              <a:gd name="adj" fmla="val 6818"/>
            </a:avLst>
          </a:prstGeom>
          <a:solidFill>
            <a:srgbClr val="02061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60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Cryptographic Verification Implementation (src/app/api/checkout/verify/route.ts):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expectedSignature = crypto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.createHmac('sha256', process.env.RAZORPAY_KEY_SECRET)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.update(razorpayOrderId + '|' + razorpayPaymentId)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.digest('hex');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(expectedSignature === razorpaySignature)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confirmOrderPayment(orderId, razorpayPaymentId);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NextResponse.json({ success: true, status: 'paid'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Intelligence &amp; Immutable AI Audit Ledger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conversion attribution, AOV tracking, and full tool execution traceability.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Merchant Intelligence (/merchant)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Telemetry Polling: Updates GMV, net orders, and conversion rate dynamically without manual refresh.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Conversion Attribution: Clearly separates revenue generated via autonomous AI recommendations versus passive catalog browsing.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Transaction Feed: Displays incoming orders with customer info, timestamp, payment method, and upsell tags.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Health Monitor: Tracks real-time stock levels and automatically marks out-of-stock items across the AI catalog.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212080" cy="41148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Immutable AI Safety Ledger (/merchant/audit-logs)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Tool Execution Traceability: Every single agent invocation (query, cart add, coupon apply) commits an immutable audit record.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JSON Payload Inspector: Store administrators can click "View Payload" to inspect the exact input arguments, execution latencies, and responses.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4206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Lineage: Links payment verification events directly to the corresponding Razorpay Order ID and HMAC hash.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Compliance: Ready for enterprise audits; eliminates the unexplainable black-box risk of commercial LLM deployments.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DEFENSE &amp; 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Completeness &amp; Academic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validation metrics, production repository status, and opening for Q&amp;A.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ShopMate AI • Razorpay AI Buildathon Track 1: AI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Commerce &amp; Merchant Telemetry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Errors / Warnings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Lint 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Endpoints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Routes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Test Mode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Mode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23960" y="19202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&amp; Synchronized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10698480" cy="2103120"/>
          </a:xfrm>
          <a:prstGeom prst="roundRect">
            <a:avLst>
              <a:gd name="adj" fmla="val 6522"/>
            </a:avLst>
          </a:prstGeom>
          <a:solidFill>
            <a:srgbClr val="0F172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23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Key Takeaways for Hackathon Evaluators: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Track 1 Excellence: Combines conversational AI discovery with demonstrable Average Order Value expansion (+34.2%).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Zero-Compromise Security: Real cryptographic Razorpay integration (HMAC SHA-256) and strict server price authority.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Production Polish: European luxury design language, 60 FPS WebGL rendering, and full merchant auditability.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GitHub Repository: Fully committed and pushed at https://github.com/sudhanshuuuu96-ux/ShopMate-AI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Razorpay AI Buildathon — Track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ShopMate AI: Autonomous Conversational Commerce &amp; Merchant Intelligence</dc:title>
  <dc:subject>PptxGenJS Presentation</dc:subject>
  <dc:creator>ShopMate AI Team</dc:creator>
  <cp:lastModifiedBy>ShopMate AI Team</cp:lastModifiedBy>
  <cp:revision>1</cp:revision>
  <dcterms:created xsi:type="dcterms:W3CDTF">2026-09-05T15:24:54Z</dcterms:created>
  <dcterms:modified xsi:type="dcterms:W3CDTF">2026-09-05T15:24:54Z</dcterms:modified>
</cp:coreProperties>
</file>